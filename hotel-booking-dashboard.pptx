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09" d="100"/>
          <a:sy n="109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28b0b60a-fa69-4036-892f-be5e9de77fb5}">
  <we:reference id="WA200003233" version="2.0.0.3" store="en-US" storeType="OMEX"/>
  <we:alternateReferences/>
  <we:properties>
    <we:property name="Microsoft.Office.CampaignId" value="&quot;none&quot;"/>
    <we:property name="reportUrl" value="&quot;/groups/me/reports/19c71b6d-d03e-4ddf-af9f-5e4235a373d0/22e201de9b2d34779d93?bookmarkGuid=18076003-5203-42ea-a990-5debe9cc5418&amp;bookmarkUsage=1&amp;ctid=3485b963-82ba-4a6f-810f-b5cc226ff898&amp;fromEntryPoint=export&amp;pbi_source=storytelling_addin&quot;"/>
    <we:property name="reportState" value="&quot;CONNECTED&quot;"/>
    <we:property name="artifactViewState" value="&quot;live&quot;"/>
    <we:property name="reportEmbeddedTime" value="&quot;2026-10-01T05:38:36.060Z&quot;"/>
    <we:property name="creatorSessionId" value="&quot;bbc417db-203c-4f90-a99c-f198787d145e&quot;"/>
    <we:property name="creatorUserId" value="&quot;10032002E959F76A&quot;"/>
    <we:property name="creatorTenantId" value="&quot;3485b963-82ba-4a6f-810f-b5cc226ff898&quot;"/>
    <we:property name="pageDisplayName" value="&quot;Revenue and Seasonality&quot;"/>
    <we:property name="pageName" value="&quot;22e201de9b2d34779d93&quot;"/>
    <we:property name="reportName" value="&quot;Dashboard&quot;"/>
    <we:property name="isVisualContainerHeaderHidden" value="false"/>
    <we:property name="isFiltersActionButtonVisible" value="true"/>
    <we:property name="initialStateBookmark" value="&quot;H4sIAAAAAAAAA+1Z30/jOBD+V1Be9qU65XdS3qBwuhMLi+C097BC1cSetF7SOHKcQg/xv9/YKT8KZdMty7Zo9wUae+yZ+fx9Y8e5cbioqwJmJzBBZ9fZl/JyAupyx3N6Tjlv+/Tp6Hjv7Gh4snd8SM2y0kKWtbN742hQI9SfRd1AYWagxi8XPadSWKOa4gletX30V2SiEHrm7GrVYM+BojiFkRmQQ1FTQ4WqliUU4j9sx9St6W3PweuqkAqM13MNGo3nKZnTM4Xn/RFQUMC0mOI5Mt22hhmLozh0/cDlmZ8GXhCnZFa3Bjb4pSZmaut+IEsNoiQ3ps3jaRSwvA9p5EPO4jxPbRi5KPTcJJsdXleKACBYZpUBbo9PoWTIHZsCYdJGfOMcI9SNshMcLnScy0YxPMPcdpXaAuaMpcZiyK+GtDJ6J6dUhxmtkyhHzi3Bc6okgWcttdRQLHSO5dVAIYHGnV339oJaauoq5hg/pPtPGzIDxeddtNDZV4LLJEfDpOKo9mc2vwOh7oD2e09S+Gm5UTJk4OUhRInvJUEYugEPWJbFnQszIDxGUglm01xcm4Esmkn548MvEPhQiwkOR0o21ZLF6W2QOMz4KwqrsaEyGvtWfG+FH8dK1kIPjZshJ6xKO/pJrI+t1uJ40dTEDeT7oAZj8rt1VF+2GrcXd0WODL8+KmPzxWjD/XnsJfWRScR9L8xS7vZZkrl5ErhtDV2vLr6KOwTDy5wBpcSUyoe1miGodYhTF4KhWmCLM0HaAc2PEdJeYQZRnlXrWGD9gMXir8932xeR6k8lJ3bYfA8ek4fVkuw5bWSuIce/YzRctCQoudD3mE4qUKJ++nQkSso67DkfMdcrg98+2CBXQvhMjMZ29o9Ct/BQ7lA0Zgrf9aIDw+yWTCYHGgxLECwbglmwQxPxjeVM15Q9ZyI5dlh/2Ed9hVh+uA/iBYnZAfWrBfb9FG1FxrI0zJM4jbwMAzqD+DHvFtmb1eiVkqipNM57fwWR/f0EzO/gSrei7rEk//dM/LKc0acIlzvnzYQQM6y+uOgW1ypCOaARXF5tmVIegLEy8ZFzluSel0UJqSRkXrY5mcyfXkrBdr9PeTzNbGP6uMNwBVkMKJGdv4z9e1bFipxq1RD3GYv8LEyC1MWUBUHo2YS+za4x0P+F47CZK01SCCGmTSj0XeAcme9v5UsWzTUdtqfnd/ua1f3+YsH7/eayPiVahbg+BGHqRn03TjCOeQDJK95dtpwz23uvs5wytoR5aR5nEXdDzDPuZXHmup0lrIIRnsBUjEBL9byUuWEcoed5uQceLX7eTyHvnFPjtc7k9fPZkjhHjj4PYwj6OYKfhHxzJ/MfcXuyyerYdXv57is3l2Wjt7NwP79dfeuivRZd7anNmCw7/spG1xUwPIUSlxzpiClQcuy6Q7DfI9o7hKn5bFF0nQPNV4pH1xj/A7/59TpTGQAA&quot;"/>
    <we:property name="bookmark" value="&quot;H4sIAAAAAAAAA+1Z30/jOBD+V1Be9qU6OT/d8LYUVne6PYSWFfdwQtXEnrRe0jhynEIP9X+/idOylC20glNbbk9IVWyPxzOf5/OMzb0nVV0VMDuHCXrH3onWNxMwN0e+1/PKri/oiyRhAct4HLOQSckCpFFdWaXL2ju+9yyYEdorVTdQtIqo86/rnlcZrNFM8RxvuzH6VZkqlJ15x9Y02POgKC5g1E7Ioaipo0JT6xIK9Td2c+pOdN7z8K4qtIF21UsLFtuVpyRObbLS/yUko0BYNcVLFLbrDQIMmC8xzQIZRpynMm3F6k7AGb9WpFXtlh/o0oIqaZm2L0FOf/1+iGEoMAxSjtD256qwC5FsdnZXGQKAYJlVLX4DsnWkjRJQeM4LgqUz+t4b6KKZuK+zlf5L3RiBXzB3Q6V1kHljbbEYytshbZE9kqR3KNUESzdrThBdGE0AOlkwRk2hGNYI9WJ0rG8HBmmW9I7Z/Jp6alWOigXQ333+2tldF0qgaXc6+0Z4Oe8mSDvdfoyQMGknkZ9Vt6rC+jsWq19Xy20Ket4noydu2iLkxrTCdh72vM4ysr3n/TlGg04PbZFUdgHcb0/ArBciW8DcNZxFm7Ck9a+gaFygk/rPynZg3HfdNOXDBcLN0WUzIcQ+tDOu5/Qzn7u55BesQW6ipcMWXQCtV3tKM6S+LVudncZl0JO93x6F9YN9Ow2y1kMyCATRg4HPk1SkPJaMsY00+SinUAqKzd1zxEnNEMxPQ5OBnlRgVP209bsqyeuo533G3G4N/mbmrCL8RY3G9pkIp7M4Pn0I7pfoUjYEsxJnrcUvkuZBZW8rip2gvUU8MIY9BrAjWRTkMogTFvmUlpnPcj/tt8u8HKxjqHAlVp2uDLM+Ax5zzEWcCRbkOd+oq6LEfQ5TNQKrzY86ERJSFkdZP/SzKEpkhmKjTot3NtN3P2qTWS5Cn4WRTHwOfhLx+A1Hyh90XjUGX7dhOUXDMKNCiRx5ul0Gp1g2OKQAupEwW3Oe9A7EOiTavOK0E0VTE+Aou5AfjGnN1d2ihpFoTmZuJ06VWRZjdKid7cvPjsZ9GQUcExGDT+kJwyhNor2Vb4vWc8R3w+8zHz31bG912xLDLcq1ATly9Gsr/56rtS1jqksgLJU5z7DPwgSDNE37MY8P/DLjpCZ0JRu/7mTdbym5hYEfRyODI1iy4uxfs/6l4xLoFk25nGxXxWxo2qt1K/GpKRcnN3vFMVSpqbZfISvwaXpYS4Av+nanpdQyiIjf3Yr7K+SQR3kWA08C3g8F5ynP+IHz8NlHhX1WN1ZbMm2R+1+07b2l9Iei6wTMmyquHUZGy6y1TF+AP9vP0wRHwRnkkc9FwMCXfS7+I0nvwIL6p0p2hSrxTcQ8WCgOhcarSbt7Egg4E7HgaZQEMSapH/j7u83tpn79P3funpo7w/xgqebYtu41QTe2rkDgBZS45oZMwQGlxE3Ps+4/f49efP8BqIfTtZQcAAA=&quot;"/>
    <we:property name="datasetId" value="&quot;4a6ac6b3-884d-4815-bc03-0851bf1acdd3&quot;"/>
    <we:property name="embedUrl" value="&quot;/reportEmbed?reportId=19c71b6d-d03e-4ddf-af9f-5e4235a373d0&amp;config=eyJjbHVzdGVyVXJsIjoiaHR0cHM6Ly9XQUJJLVNPVVRILUVBU1QtQVNJQS1DLVBSSU1BUlktcmVkaXJlY3QuYW5hbHlzaXMud2luZG93cy5uZXQiLCJlbWJlZEZlYXR1cmVzIjp7InVzYWdlTWV0cmljc1ZOZXh0Ijp0cnVlfX0%3D&amp;disableSensitivityBanner=true&amp;storytellingChangeViewModeShortcutKeys=true&quot;"/>
    <we:property name="backgroundColor" value="&quot;#E6E6E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nabila alya</cp:lastModifiedBy>
  <cp:revision>3</cp:revision>
  <dcterms:created xsi:type="dcterms:W3CDTF">2018-06-07T21:39:02Z</dcterms:created>
  <dcterms:modified xsi:type="dcterms:W3CDTF">2026-10-01T05:42:17Z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